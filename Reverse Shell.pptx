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65FD8-5A56-97A3-E7D2-AF40EE495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14DFAE-73CD-56D5-B504-758DDC898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8A677-01F3-FC7A-2C98-E988A8D1F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226-C447-4CB9-971A-8E831F7DE58D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E62C9-9A91-2514-2F57-E71BA8E0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9A5B0-21B8-ED20-A1A0-2B9EA62F9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93C5D-5BC3-4BFC-A5A2-E94899A71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284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C49DD-3F31-310D-8D01-ACFEF8A63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69D5B-0130-E062-4BC6-67B2DA98C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46513-CF32-4B3E-3C7A-7DE292E95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226-C447-4CB9-971A-8E831F7DE58D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C9CEF-3532-069A-3F32-89F00D9CE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C383A-5D84-ECD4-5DBD-3B4B25722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93C5D-5BC3-4BFC-A5A2-E94899A71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382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0B01A-2F87-AEF9-189D-FBCF05ED4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13875-359B-E010-B1DA-2373BC4B2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56F87-AA97-0BB7-42CD-1E1C7065A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226-C447-4CB9-971A-8E831F7DE58D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FBB40-6E23-45DF-90C4-B336E6C99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37764-12BE-8512-B43B-E5A5A6F89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93C5D-5BC3-4BFC-A5A2-E94899A71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799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60955-B909-90F6-D157-1A87141FA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FF671-874C-F94D-0A51-C65EEE210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49B2E0-0570-276A-7BE6-1192BBBE5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10F93-E792-6AD0-7D7B-31CA10B54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226-C447-4CB9-971A-8E831F7DE58D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0B6A1-49A9-AF98-2502-F1E76517B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4855E-E59A-3532-9CEE-D7094608B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93C5D-5BC3-4BFC-A5A2-E94899A71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405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4B6E4-E6E0-C53D-AECE-A637277E7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7AC7D-A798-B5E3-F542-CDDE4F3C3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DA979-542F-8DC8-9383-9A03009339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B48B51-8DFE-C216-D8B9-581198825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1DDDD9-B31F-9D91-A28A-B84BD6F679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429188-D432-1A6D-D2CF-CCB38E556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226-C447-4CB9-971A-8E831F7DE58D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DE86DD-9D92-F3DB-A8CA-F94AD6B68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051AC5-A475-ED0D-08DA-BF46B89AD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93C5D-5BC3-4BFC-A5A2-E94899A71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570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3EC44-6CFB-8600-5265-E603A7BFC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3207D8-9814-61C9-E73D-5C4C6B28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226-C447-4CB9-971A-8E831F7DE58D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B1C614-23B1-DE62-C4C5-7EE9DF636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433D8-9260-3C00-DE3C-082AFCA41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93C5D-5BC3-4BFC-A5A2-E94899A71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065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6688EC-BE83-8C6C-F2E3-0924E80F8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226-C447-4CB9-971A-8E831F7DE58D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507E62-1523-C2FA-EBAD-8E4B71F27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E8A85-DB91-1DE4-4B78-54FFCD768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93C5D-5BC3-4BFC-A5A2-E94899A71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215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8FA5B-6EF7-8801-AD1B-171E3F4AF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D5921-F54B-31CC-F6D4-0D30C73D3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10B4D1-AAFD-41F5-2EC8-897CB16F9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CBB4C-2221-4ED3-1A6C-80EE1B10D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226-C447-4CB9-971A-8E831F7DE58D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1C815-D342-7C63-BDE5-66F1AE2AC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99203-E283-CF78-387A-E1E9BDBC2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93C5D-5BC3-4BFC-A5A2-E94899A71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698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2E403-DB3E-B9E0-EF77-581B032A9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FEF981-851F-D695-6B77-002195081F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E5F68-9AF4-65B8-912C-DF6363B4B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CC929-EC0B-474C-1F12-69336BD4C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226-C447-4CB9-971A-8E831F7DE58D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27E69D-0FD8-4440-E4A1-387814BFC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9375B-2137-A31B-B6DA-F3CFD2333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93C5D-5BC3-4BFC-A5A2-E94899A71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105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49BE2-FB46-F102-AA8E-4D6B7BEBA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D815B9-EB1B-383C-98F7-AEF7FD1E9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DF66A-8923-FAAA-0020-8381B9401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226-C447-4CB9-971A-8E831F7DE58D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33897-21C6-D03C-D560-D8DB49386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FDEA9-3AE5-78AB-C464-ECDB368CA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93C5D-5BC3-4BFC-A5A2-E94899A71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610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DEA32C-694C-DBBD-86F8-8A8195C4D6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1C32-C01B-3547-8E8B-47F0D6449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65EFD-C7DB-2656-4155-85A4DAF27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E226-C447-4CB9-971A-8E831F7DE58D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5532C-AF81-43FA-CC5F-ADCD854CE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5CD5A-8FF8-6669-F942-F7F365B8F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93C5D-5BC3-4BFC-A5A2-E94899A71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791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D16A72-DF8E-A88F-7658-EF5FB012C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52355-A676-3DB5-EB45-9F83F46BD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196FF-A4F5-170B-A397-9CC9038025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DE226-C447-4CB9-971A-8E831F7DE58D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C6B4C-973E-04DB-9D7B-75867290A5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09F52-8BFC-67DC-7F22-7E9B500C10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93C5D-5BC3-4BFC-A5A2-E94899A71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063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B76E6-2AF1-2C38-5CFE-25A56D9E24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Reverse Shell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E3B060-83CB-CF95-5050-8AF1203C09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Azure PenTest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5639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DB512C6-F935-911A-EEFF-28CD078C0800}"/>
              </a:ext>
            </a:extLst>
          </p:cNvPr>
          <p:cNvSpPr/>
          <p:nvPr/>
        </p:nvSpPr>
        <p:spPr>
          <a:xfrm>
            <a:off x="1465007" y="1327353"/>
            <a:ext cx="2084439" cy="8259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Attackers machine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5D3A7D-40B4-B4DF-6372-3CCF8211E760}"/>
              </a:ext>
            </a:extLst>
          </p:cNvPr>
          <p:cNvSpPr/>
          <p:nvPr/>
        </p:nvSpPr>
        <p:spPr>
          <a:xfrm>
            <a:off x="5491316" y="1327354"/>
            <a:ext cx="2084439" cy="8259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Azure VM compromised </a:t>
            </a:r>
          </a:p>
          <a:p>
            <a:pPr algn="ctr"/>
            <a:r>
              <a:rPr lang="en-US" dirty="0"/>
              <a:t>(e.g. webserver)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66961D4-5B77-577E-A530-388C9C9E317F}"/>
              </a:ext>
            </a:extLst>
          </p:cNvPr>
          <p:cNvSpPr/>
          <p:nvPr/>
        </p:nvSpPr>
        <p:spPr>
          <a:xfrm>
            <a:off x="9006348" y="1327355"/>
            <a:ext cx="2084439" cy="8259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Internal VM</a:t>
            </a:r>
          </a:p>
          <a:p>
            <a:pPr algn="ctr"/>
            <a:r>
              <a:rPr lang="en-US"/>
              <a:t>Target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366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19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Reverse Shell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 polaris</dc:creator>
  <cp:lastModifiedBy>my polaris</cp:lastModifiedBy>
  <cp:revision>2</cp:revision>
  <dcterms:created xsi:type="dcterms:W3CDTF">2025-05-01T04:06:06Z</dcterms:created>
  <dcterms:modified xsi:type="dcterms:W3CDTF">2025-05-01T04:32:27Z</dcterms:modified>
</cp:coreProperties>
</file>